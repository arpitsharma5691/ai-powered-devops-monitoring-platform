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70" r:id="rId7"/>
    <p:sldId id="267" r:id="rId8"/>
    <p:sldId id="269" r:id="rId9"/>
    <p:sldId id="262" r:id="rId10"/>
    <p:sldId id="271" r:id="rId11"/>
    <p:sldId id="272" r:id="rId12"/>
    <p:sldId id="263" r:id="rId13"/>
    <p:sldId id="273" r:id="rId14"/>
    <p:sldId id="264" r:id="rId15"/>
    <p:sldId id="274" r:id="rId16"/>
    <p:sldId id="265" r:id="rId17"/>
    <p:sldId id="275" r:id="rId18"/>
    <p:sldId id="266" r:id="rId19"/>
    <p:sldId id="276" r:id="rId20"/>
    <p:sldId id="268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600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088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74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493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78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325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92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447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574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90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95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014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989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789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043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115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06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0EDE8-78F8-450E-87C3-000664994DF7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01BD2-E627-47AA-BC5F-70ABC6D68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149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AC633-BB32-03A7-3737-D3E657F6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582036"/>
            <a:ext cx="9001462" cy="23876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DEVOPS CI/CD MONITORING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C7819-F546-96BB-7741-AC5B8CDEE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5517" y="3602038"/>
            <a:ext cx="9001462" cy="1655762"/>
          </a:xfrm>
        </p:spPr>
        <p:txBody>
          <a:bodyPr/>
          <a:lstStyle/>
          <a:p>
            <a:r>
              <a:rPr lang="en-IN" dirty="0"/>
              <a:t>Arpit Sharma</a:t>
            </a:r>
          </a:p>
          <a:p>
            <a:r>
              <a:rPr lang="en-IN" dirty="0"/>
              <a:t>12306106</a:t>
            </a:r>
          </a:p>
        </p:txBody>
      </p:sp>
    </p:spTree>
    <p:extLst>
      <p:ext uri="{BB962C8B-B14F-4D97-AF65-F5344CB8AC3E}">
        <p14:creationId xmlns:p14="http://schemas.microsoft.com/office/powerpoint/2010/main" val="2061834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CD372-827F-3451-4D3E-A3E9D423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CA63D-C7A8-C9BA-0FA3-10C064357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DevOps is a modern software development methodology that integrates development and operations to automate software delivery processes. </a:t>
            </a:r>
          </a:p>
          <a:p>
            <a:r>
              <a:rPr lang="en-US" dirty="0"/>
              <a:t>This project aims to implement a complete DevOps workflow by integrating multiple DevOps tools to automate application deployment, monitoring, and infrastructure provisioning. The project demonstrates Continuous Integration and Continuous Deployment (CI/CD), containerization, orchestration, real time monitoring, and Infrastructure as Code (</a:t>
            </a:r>
            <a:r>
              <a:rPr lang="en-US" dirty="0" err="1"/>
              <a:t>IaC</a:t>
            </a:r>
            <a:r>
              <a:rPr lang="en-US" dirty="0"/>
              <a:t>).</a:t>
            </a:r>
          </a:p>
          <a:p>
            <a:r>
              <a:rPr lang="en-IN" dirty="0"/>
              <a:t>A simple Node.js web application is containerized using Docker, deployed on Kubernetes, automated through Jenkins pipelines, monitored using Prometheus and Grafana, and cloud infrastructure is provisioned using Terraform.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275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2FE81D-9507-F2DE-50B8-7A343DC94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96" y="393713"/>
            <a:ext cx="10374284" cy="607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7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A90C-CE93-AAFD-520E-BA3DF82F4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TECHNOLGIES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DDDFF-BAD2-0740-33F1-FD1853CAF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🐳Docker  </a:t>
            </a:r>
          </a:p>
          <a:p>
            <a:pPr marL="0" indent="0">
              <a:buNone/>
            </a:pPr>
            <a:r>
              <a:rPr lang="en-IN" dirty="0"/>
              <a:t>📦 Docker Hub</a:t>
            </a:r>
          </a:p>
          <a:p>
            <a:pPr marL="0" indent="0">
              <a:buNone/>
            </a:pPr>
            <a:r>
              <a:rPr lang="en-IN" dirty="0"/>
              <a:t>☸️ Kubernetes</a:t>
            </a:r>
          </a:p>
          <a:p>
            <a:pPr marL="0" indent="0">
              <a:buNone/>
            </a:pPr>
            <a:r>
              <a:rPr lang="en-IN" dirty="0"/>
              <a:t>🤖Jenkins</a:t>
            </a:r>
          </a:p>
          <a:p>
            <a:pPr marL="0" indent="0">
              <a:buNone/>
            </a:pPr>
            <a:r>
              <a:rPr lang="en-IN" dirty="0"/>
              <a:t>🏗️Terraform</a:t>
            </a:r>
          </a:p>
          <a:p>
            <a:pPr marL="0" indent="0">
              <a:buNone/>
            </a:pPr>
            <a:r>
              <a:rPr lang="en-IN" dirty="0"/>
              <a:t>📊Prometheus</a:t>
            </a:r>
          </a:p>
          <a:p>
            <a:pPr marL="0" indent="0">
              <a:buNone/>
            </a:pPr>
            <a:r>
              <a:rPr lang="en-IN" dirty="0"/>
              <a:t>📈Grafana</a:t>
            </a:r>
          </a:p>
          <a:p>
            <a:pPr marL="0" indent="0">
              <a:buNone/>
            </a:pPr>
            <a:r>
              <a:rPr lang="en-IN" dirty="0"/>
              <a:t>🐙GitHub</a:t>
            </a:r>
          </a:p>
        </p:txBody>
      </p:sp>
    </p:spTree>
    <p:extLst>
      <p:ext uri="{BB962C8B-B14F-4D97-AF65-F5344CB8AC3E}">
        <p14:creationId xmlns:p14="http://schemas.microsoft.com/office/powerpoint/2010/main" val="1454727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D0F48-1D94-3DD0-109F-D99D3C864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9468801" cy="132632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F70BE-83D8-DB69-56C2-9BF2F73B6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9227732" cy="36951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Docker is a containerization platform</a:t>
            </a:r>
            <a:r>
              <a:rPr lang="en-US" b="1" dirty="0"/>
              <a:t> </a:t>
            </a:r>
            <a:r>
              <a:rPr lang="en-US" dirty="0"/>
              <a:t>used to package an application and all its dependencies into a </a:t>
            </a:r>
            <a:r>
              <a:rPr lang="en-US" b="1" dirty="0"/>
              <a:t>Container </a:t>
            </a:r>
            <a:r>
              <a:rPr lang="en-US" dirty="0"/>
              <a:t>so the application can run anywhere consistently</a:t>
            </a:r>
          </a:p>
          <a:p>
            <a:pPr marL="0" indent="0">
              <a:buNone/>
            </a:pPr>
            <a:r>
              <a:rPr lang="en-US" dirty="0"/>
              <a:t>Docker packages:                                                 </a:t>
            </a:r>
          </a:p>
          <a:p>
            <a:r>
              <a:rPr lang="en-US" dirty="0"/>
              <a:t>code </a:t>
            </a:r>
          </a:p>
          <a:p>
            <a:r>
              <a:rPr lang="en-US" dirty="0"/>
              <a:t>libraries </a:t>
            </a:r>
          </a:p>
          <a:p>
            <a:r>
              <a:rPr lang="en-US" dirty="0"/>
              <a:t>dependencies </a:t>
            </a:r>
          </a:p>
          <a:p>
            <a:r>
              <a:rPr lang="en-US" dirty="0"/>
              <a:t>runtime </a:t>
            </a:r>
          </a:p>
          <a:p>
            <a:r>
              <a:rPr lang="en-US" dirty="0"/>
              <a:t>configuration  ,  inside one container.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010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43E21F-A880-EDA4-F314-6E83AA752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56" y="1213658"/>
            <a:ext cx="10390909" cy="419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98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49B99-4F20-2B9C-AB36-9229AA59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150445" cy="132632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DOCKER 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0B7D-3DFC-3A06-750B-8DC52BDA6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Docker Hub is </a:t>
            </a:r>
            <a:r>
              <a:rPr lang="en-US" b="1" dirty="0"/>
              <a:t>an online repository/registry for Docker images </a:t>
            </a:r>
            <a:r>
              <a:rPr lang="en-US" dirty="0"/>
              <a:t>used to:</a:t>
            </a:r>
          </a:p>
          <a:p>
            <a:r>
              <a:rPr lang="en-US" dirty="0"/>
              <a:t>store Docker images </a:t>
            </a:r>
          </a:p>
          <a:p>
            <a:r>
              <a:rPr lang="en-US" dirty="0"/>
              <a:t>share Docker images </a:t>
            </a:r>
          </a:p>
          <a:p>
            <a:r>
              <a:rPr lang="en-US" dirty="0"/>
              <a:t>download Docker images</a:t>
            </a:r>
          </a:p>
          <a:p>
            <a:pPr marL="0" indent="0">
              <a:buNone/>
            </a:pPr>
            <a:r>
              <a:rPr lang="en-IN" dirty="0"/>
              <a:t>Docker Hub helps:</a:t>
            </a:r>
            <a:br>
              <a:rPr lang="en-IN" dirty="0"/>
            </a:br>
            <a:r>
              <a:rPr lang="en-IN" dirty="0"/>
              <a:t>✅ store application image</a:t>
            </a:r>
            <a:br>
              <a:rPr lang="en-IN" dirty="0"/>
            </a:br>
            <a:r>
              <a:rPr lang="en-IN" dirty="0"/>
              <a:t>✅ share container image</a:t>
            </a:r>
            <a:br>
              <a:rPr lang="en-IN" dirty="0"/>
            </a:br>
            <a:r>
              <a:rPr lang="en-IN" dirty="0"/>
              <a:t>✅ deploy image into Kubernetes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692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F2C1A2-0BC5-1A8B-496D-FD7F3A875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551" y="1172095"/>
            <a:ext cx="7847215" cy="469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07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4190-3B46-BD43-F5DA-B77334EAD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KUBERNETES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BC3EF-0578-068F-B439-A3B6AA479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Kubernetes is: a container orchestration platform  used to:</a:t>
            </a:r>
          </a:p>
          <a:p>
            <a:r>
              <a:rPr lang="en-US" dirty="0"/>
              <a:t>deploy containers </a:t>
            </a:r>
          </a:p>
          <a:p>
            <a:r>
              <a:rPr lang="en-US" dirty="0"/>
              <a:t>manage containers </a:t>
            </a:r>
          </a:p>
          <a:p>
            <a:r>
              <a:rPr lang="en-US" dirty="0"/>
              <a:t>scale containers </a:t>
            </a:r>
          </a:p>
          <a:p>
            <a:r>
              <a:rPr lang="en-US" dirty="0"/>
              <a:t>monitor containers  automatically.</a:t>
            </a:r>
          </a:p>
          <a:p>
            <a:pPr marL="0" indent="0">
              <a:buNone/>
            </a:pPr>
            <a:r>
              <a:rPr lang="en-US" dirty="0"/>
              <a:t>Docker can run one container, but Kubernetes can run one or more containers</a:t>
            </a:r>
          </a:p>
          <a:p>
            <a:pPr marL="0" indent="0">
              <a:buNone/>
            </a:pPr>
            <a:r>
              <a:rPr lang="en-US" dirty="0"/>
              <a:t>In my Project Kubernetes is used to:</a:t>
            </a:r>
          </a:p>
          <a:p>
            <a:pPr marL="0" indent="0">
              <a:buNone/>
            </a:pPr>
            <a:r>
              <a:rPr lang="en-US" dirty="0"/>
              <a:t>✅ deploy Docker container</a:t>
            </a:r>
            <a:br>
              <a:rPr lang="en-US" dirty="0"/>
            </a:br>
            <a:r>
              <a:rPr lang="en-US" dirty="0"/>
              <a:t>✅ create pods</a:t>
            </a:r>
            <a:br>
              <a:rPr lang="en-US" dirty="0"/>
            </a:br>
            <a:r>
              <a:rPr lang="en-US" dirty="0"/>
              <a:t>✅ manage replicas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7613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877DD5-79F7-3BCA-21F7-24EB925F8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97" y="3217025"/>
            <a:ext cx="6833061" cy="32918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8FC8CE-6809-F03A-B54A-DBEF73B6F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59" y="241069"/>
            <a:ext cx="6597535" cy="273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87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FA10BA-C600-8E36-EC0C-93A593564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4" y="774653"/>
            <a:ext cx="10690167" cy="530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318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FA039-CE0A-B726-82A7-B61FC1002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609600"/>
            <a:ext cx="9676620" cy="132632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JENKINS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F27A-1506-248F-17F5-CEBA4D804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Jenkins is an automation server used to automate the, </a:t>
            </a:r>
          </a:p>
          <a:p>
            <a:r>
              <a:rPr lang="en-US" dirty="0"/>
              <a:t>building applications </a:t>
            </a:r>
          </a:p>
          <a:p>
            <a:r>
              <a:rPr lang="en-US" dirty="0"/>
              <a:t>testing applications </a:t>
            </a:r>
          </a:p>
          <a:p>
            <a:r>
              <a:rPr lang="en-US" dirty="0"/>
              <a:t>deploying applications through CI/CD pipelines</a:t>
            </a:r>
          </a:p>
          <a:p>
            <a:pPr marL="0" indent="0">
              <a:buNone/>
            </a:pPr>
            <a:r>
              <a:rPr lang="en-US" b="1" dirty="0"/>
              <a:t>CI ( Continuous Integration) : </a:t>
            </a:r>
            <a:r>
              <a:rPr lang="en-US" dirty="0"/>
              <a:t>developers continuously push code,</a:t>
            </a:r>
            <a:br>
              <a:rPr lang="en-US" dirty="0"/>
            </a:br>
            <a:r>
              <a:rPr lang="en-US" dirty="0"/>
              <a:t>and Jenkins integrates/builds automatically.</a:t>
            </a:r>
          </a:p>
          <a:p>
            <a:pPr marL="0" indent="0">
              <a:buNone/>
            </a:pPr>
            <a:r>
              <a:rPr lang="en-US" b="1" dirty="0"/>
              <a:t>CD( Continuous Deployment ): </a:t>
            </a:r>
            <a:r>
              <a:rPr lang="en-US" dirty="0"/>
              <a:t>application automatically deploys after build.</a:t>
            </a: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9823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B09131-AF26-C712-7BA0-C1050F513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178" y="1366549"/>
            <a:ext cx="9261047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85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E8ED1-DCF5-CC97-3E6E-59640E64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TERRAFORM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49D6-8CB3-CEE4-7408-D22828355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753985"/>
            <a:ext cx="11156285" cy="47050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Terraform is </a:t>
            </a:r>
            <a:r>
              <a:rPr lang="en-IN" b="1" dirty="0"/>
              <a:t>an Infrastructure as Code (</a:t>
            </a:r>
            <a:r>
              <a:rPr lang="en-IN" b="1" dirty="0" err="1"/>
              <a:t>IaC</a:t>
            </a:r>
            <a:r>
              <a:rPr lang="en-IN" b="1" dirty="0"/>
              <a:t>) tool </a:t>
            </a:r>
            <a:r>
              <a:rPr lang="en-IN" dirty="0"/>
              <a:t>used to:</a:t>
            </a:r>
          </a:p>
          <a:p>
            <a:r>
              <a:rPr lang="en-IN" dirty="0"/>
              <a:t>create infrastructure </a:t>
            </a:r>
          </a:p>
          <a:p>
            <a:r>
              <a:rPr lang="en-IN" dirty="0"/>
              <a:t>manage infrastructure </a:t>
            </a:r>
          </a:p>
          <a:p>
            <a:r>
              <a:rPr lang="en-IN" dirty="0"/>
              <a:t>automate infrastructure  using configuration files.</a:t>
            </a:r>
          </a:p>
          <a:p>
            <a:r>
              <a:rPr lang="en-IN" dirty="0"/>
              <a:t>automate Docker infrastructure</a:t>
            </a:r>
          </a:p>
          <a:p>
            <a:r>
              <a:rPr lang="en-IN" dirty="0"/>
              <a:t>create Docker image, container</a:t>
            </a:r>
          </a:p>
          <a:p>
            <a:pPr marL="0" indent="0">
              <a:buNone/>
            </a:pPr>
            <a:r>
              <a:rPr lang="en-IN" dirty="0"/>
              <a:t>Infrastructure means:</a:t>
            </a:r>
          </a:p>
          <a:p>
            <a:r>
              <a:rPr lang="en-IN" dirty="0"/>
              <a:t>servers </a:t>
            </a:r>
          </a:p>
          <a:p>
            <a:r>
              <a:rPr lang="en-IN" dirty="0"/>
              <a:t>containers </a:t>
            </a:r>
          </a:p>
          <a:p>
            <a:r>
              <a:rPr lang="en-IN" dirty="0"/>
              <a:t>networks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299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C52CB-657E-33B4-4636-C655A1B28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67" y="473825"/>
            <a:ext cx="11174665" cy="575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62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067B-9971-3F7C-5E1B-3E8801055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609600"/>
            <a:ext cx="9984190" cy="132632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PROMETHEUS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AAA5-6A4B-6FF2-7C81-B38F194BD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Prometheus is: </a:t>
            </a:r>
            <a:r>
              <a:rPr lang="en-US" b="1" dirty="0"/>
              <a:t>a monitoring and metrics collection tool </a:t>
            </a:r>
            <a:r>
              <a:rPr lang="en-US" dirty="0"/>
              <a:t>used to:</a:t>
            </a:r>
          </a:p>
          <a:p>
            <a:r>
              <a:rPr lang="en-US" dirty="0"/>
              <a:t>collect system metrics </a:t>
            </a:r>
          </a:p>
          <a:p>
            <a:r>
              <a:rPr lang="en-US" dirty="0"/>
              <a:t>monitor applications </a:t>
            </a:r>
          </a:p>
          <a:p>
            <a:r>
              <a:rPr lang="en-US" dirty="0"/>
              <a:t>monitor Kubernetes clusters </a:t>
            </a:r>
          </a:p>
          <a:p>
            <a:r>
              <a:rPr lang="en-US" dirty="0"/>
              <a:t>track CPU and memory usage in real time.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Node Exporter is a Prometheus exporter used to collect hardware and operating system metrics such as CPU, memory, disk, and network usage from servers or Kubernetes nodes.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0666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D6AA23-7952-6090-A765-903C63AD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48" y="1288474"/>
            <a:ext cx="9432175" cy="376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38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42DF-0ACE-F4B9-0256-486D9A759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632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GRAFANA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0EBF5-DDF4-161A-8892-3F2DF6455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Grafana is </a:t>
            </a:r>
            <a:r>
              <a:rPr lang="en-US" b="1" dirty="0"/>
              <a:t>a visualization and monitoring dashboard tool </a:t>
            </a:r>
            <a:r>
              <a:rPr lang="en-US" dirty="0"/>
              <a:t>used to:</a:t>
            </a:r>
          </a:p>
          <a:p>
            <a:r>
              <a:rPr lang="en-US" dirty="0"/>
              <a:t>display metrics </a:t>
            </a:r>
          </a:p>
          <a:p>
            <a:r>
              <a:rPr lang="en-US" dirty="0"/>
              <a:t>create dashboards </a:t>
            </a:r>
          </a:p>
          <a:p>
            <a:r>
              <a:rPr lang="en-US" dirty="0"/>
              <a:t>visualize monitoring data </a:t>
            </a:r>
          </a:p>
          <a:p>
            <a:r>
              <a:rPr lang="en-US" dirty="0"/>
              <a:t>monitor infrastructure in real time</a:t>
            </a:r>
          </a:p>
          <a:p>
            <a:pPr marL="0" indent="0">
              <a:buNone/>
            </a:pPr>
            <a:r>
              <a:rPr lang="en-IN" dirty="0"/>
              <a:t>Grafana converts </a:t>
            </a:r>
            <a:r>
              <a:rPr lang="en-IN" b="1" dirty="0"/>
              <a:t>raw monitoring data </a:t>
            </a:r>
            <a:r>
              <a:rPr lang="en-IN" dirty="0"/>
              <a:t>into:</a:t>
            </a:r>
            <a:br>
              <a:rPr lang="en-IN" dirty="0"/>
            </a:br>
            <a:r>
              <a:rPr lang="en-IN" dirty="0"/>
              <a:t>graphs</a:t>
            </a:r>
            <a:br>
              <a:rPr lang="en-IN" dirty="0"/>
            </a:br>
            <a:r>
              <a:rPr lang="en-IN" dirty="0"/>
              <a:t> charts</a:t>
            </a:r>
            <a:br>
              <a:rPr lang="en-IN" dirty="0"/>
            </a:br>
            <a:r>
              <a:rPr lang="en-IN" dirty="0"/>
              <a:t>dashboards</a:t>
            </a:r>
            <a:br>
              <a:rPr lang="en-IN" dirty="0"/>
            </a:br>
            <a:r>
              <a:rPr lang="en-IN" dirty="0"/>
              <a:t>visual analytics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6513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EC504D-8DCC-4C13-A124-7C173A256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13" y="894494"/>
            <a:ext cx="11072553" cy="462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93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844D-C4DC-4E9A-9BF1-B303D2CD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B433E-DB42-ABE9-4967-3FC391BB5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5790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GitHub is </a:t>
            </a:r>
            <a:r>
              <a:rPr lang="en-US" b="1" dirty="0"/>
              <a:t>a cloud-based source code hosting platform </a:t>
            </a:r>
            <a:r>
              <a:rPr lang="en-US" dirty="0"/>
              <a:t>used to:</a:t>
            </a:r>
          </a:p>
          <a:p>
            <a:r>
              <a:rPr lang="en-US" dirty="0"/>
              <a:t>store code </a:t>
            </a:r>
          </a:p>
          <a:p>
            <a:r>
              <a:rPr lang="en-US" dirty="0"/>
              <a:t>manage code </a:t>
            </a:r>
          </a:p>
          <a:p>
            <a:r>
              <a:rPr lang="en-US" dirty="0"/>
              <a:t>track changes </a:t>
            </a:r>
          </a:p>
          <a:p>
            <a:r>
              <a:rPr lang="en-US" dirty="0"/>
              <a:t>collaborate with developers using </a:t>
            </a:r>
            <a:r>
              <a:rPr lang="en-US" b="1" dirty="0"/>
              <a:t>Git version control system</a:t>
            </a:r>
          </a:p>
          <a:p>
            <a:pPr marL="0" indent="0">
              <a:buNone/>
            </a:pPr>
            <a:r>
              <a:rPr lang="en-US"/>
              <a:t>GitHub </a:t>
            </a:r>
            <a:r>
              <a:rPr lang="en-US" dirty="0"/>
              <a:t>is used to:</a:t>
            </a:r>
            <a:br>
              <a:rPr lang="en-US" dirty="0"/>
            </a:br>
            <a:r>
              <a:rPr lang="en-US" dirty="0"/>
              <a:t>✅ store project source code</a:t>
            </a:r>
            <a:br>
              <a:rPr lang="en-US" dirty="0"/>
            </a:br>
            <a:r>
              <a:rPr lang="en-US" dirty="0"/>
              <a:t>✅ connect with Jenkins</a:t>
            </a: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775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66CC3A-8AEF-2290-A34E-507E6B6F2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094" y="593329"/>
            <a:ext cx="9351818" cy="542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16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7200-7508-63CC-68F8-0E67EC8C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71" y="2496589"/>
            <a:ext cx="10353761" cy="1326321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80840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134</TotalTime>
  <Words>509</Words>
  <Application>Microsoft Office PowerPoint</Application>
  <PresentationFormat>Widescreen</PresentationFormat>
  <Paragraphs>81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Bookman Old Style</vt:lpstr>
      <vt:lpstr>Rockwell</vt:lpstr>
      <vt:lpstr>Damask</vt:lpstr>
      <vt:lpstr>DEVOPS CI/CD MONITORING PLATFORM</vt:lpstr>
      <vt:lpstr>INTRODUCTION</vt:lpstr>
      <vt:lpstr>PowerPoint Presentation</vt:lpstr>
      <vt:lpstr>TECHNOLGIES</vt:lpstr>
      <vt:lpstr>DOCKER</vt:lpstr>
      <vt:lpstr>PowerPoint Presentation</vt:lpstr>
      <vt:lpstr>DOCKER HUB</vt:lpstr>
      <vt:lpstr>PowerPoint Presentation</vt:lpstr>
      <vt:lpstr>KUBERNETES</vt:lpstr>
      <vt:lpstr>PowerPoint Presentation</vt:lpstr>
      <vt:lpstr>PowerPoint Presentation</vt:lpstr>
      <vt:lpstr>JENKINS</vt:lpstr>
      <vt:lpstr>PowerPoint Presentation</vt:lpstr>
      <vt:lpstr>TERRAFORM</vt:lpstr>
      <vt:lpstr>PowerPoint Presentation</vt:lpstr>
      <vt:lpstr>PROMETHEUS</vt:lpstr>
      <vt:lpstr>PowerPoint Presentation</vt:lpstr>
      <vt:lpstr>GRAFANA</vt:lpstr>
      <vt:lpstr>PowerPoint Presentation</vt:lpstr>
      <vt:lpstr>GITHUB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Arpit Sharma</dc:creator>
  <cp:lastModifiedBy>Arpit Sharma</cp:lastModifiedBy>
  <cp:revision>5</cp:revision>
  <dcterms:created xsi:type="dcterms:W3CDTF">2026-05-19T18:46:22Z</dcterms:created>
  <dcterms:modified xsi:type="dcterms:W3CDTF">2026-05-20T19:05:20Z</dcterms:modified>
</cp:coreProperties>
</file>